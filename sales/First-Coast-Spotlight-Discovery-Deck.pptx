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73152" cy="514350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457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 ·  30 MINUTES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0" y="914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COAST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SPOTLIGHT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coaching business, online in days.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0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websites for serious coaches.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4160520"/>
            <a:ext cx="457200" cy="36576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Gerson Berena  ·  gerson.s.berena@gmail.com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1463040" cy="1463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Parents Google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they call you.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51760" cy="18745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06040"/>
            <a:ext cx="54864" cy="18745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8346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152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parents research a coach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before reaching out.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2606040"/>
            <a:ext cx="2651760" cy="18745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2606040"/>
            <a:ext cx="54864" cy="18745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8346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352044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earned from a dead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page or no website.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2606040"/>
            <a:ext cx="2651760" cy="18745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2606040"/>
            <a:ext cx="54864" cy="18745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8346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630936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with a real site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the inquiry every time.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132320" y="4864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Deck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SITE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 me show you what this looks like.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937760" cy="274320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937760" cy="292608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20240"/>
            <a:ext cx="109728" cy="109728"/>
          </a:xfrm>
          <a:prstGeom prst="ellipse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20240"/>
            <a:ext cx="109728" cy="109728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" y="1920240"/>
            <a:ext cx="109728" cy="109728"/>
          </a:xfrm>
          <a:prstGeom prst="ellipse">
            <a:avLst/>
          </a:prstGeom>
          <a:solidFill>
            <a:srgbClr val="5FE3A7"/>
          </a:solidFill>
          <a:ln w="12700">
            <a:solidFill>
              <a:srgbClr val="5FE3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883664"/>
            <a:ext cx="3749040" cy="182880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8836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coachsites.vercel.app/coach-chaz-morgan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4572000" cy="914400"/>
          </a:xfrm>
          <a:prstGeom prst="rect">
            <a:avLst/>
          </a:prstGeom>
          <a:solidFill>
            <a:srgbClr val="0B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68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 CHAZ MORGAN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 ·  Jacksonville, FL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017520"/>
            <a:ext cx="1005840" cy="201168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17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SESSION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" y="3383280"/>
            <a:ext cx="1106424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8328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250+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01368" y="3383280"/>
            <a:ext cx="1106424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01368" y="338328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12yr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44368" y="3383280"/>
            <a:ext cx="1106424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338328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87368" y="3383280"/>
            <a:ext cx="1106424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87368" y="338328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023360"/>
            <a:ext cx="1493520" cy="45720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9320" y="4023360"/>
            <a:ext cx="1493520" cy="45720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8560" y="4023360"/>
            <a:ext cx="1493520" cy="45720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1828800"/>
            <a:ext cx="320040" cy="32004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7004" y="1906524"/>
            <a:ext cx="164592" cy="16459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08076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Google shows.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669280" y="23317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with photo &amp; stats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pricing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from parents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+ booking link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 on mobile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669280" y="4160520"/>
            <a:ext cx="301752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"Looks like you paid $5,000 for this. You didn't."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864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132320" y="4864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Deck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SITE 2  ·  12 LAYOUTS AVAILABLE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site looks different.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cookie cutter.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943100" y="219456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2828" y="2359152"/>
            <a:ext cx="1289304" cy="9144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2828" y="251460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52828" y="27889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 HERE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7692" y="3429000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7692" y="3675888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7692" y="3922776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7692" y="4169664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3100" y="4617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43100" y="4846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Accent: red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17620" y="219456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27348" y="2359152"/>
            <a:ext cx="1289304" cy="914400"/>
          </a:xfrm>
          <a:prstGeom prst="rect">
            <a:avLst/>
          </a:prstGeom>
          <a:solidFill>
            <a:srgbClr val="5FE3A7"/>
          </a:solidFill>
          <a:ln w="12700">
            <a:solidFill>
              <a:srgbClr val="5FE3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27348" y="251460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27348" y="27889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 HERE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82212" y="3429000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82212" y="3675888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82212" y="3922776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82212" y="4169664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17620" y="4617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17620" y="4846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Accent: green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92140" y="219456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1868" y="2359152"/>
            <a:ext cx="1289304" cy="914400"/>
          </a:xfrm>
          <a:prstGeom prst="rect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1868" y="251460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01868" y="278892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 HERE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56732" y="3429000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6732" y="3675888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6732" y="3922776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6732" y="4169664"/>
            <a:ext cx="1179576" cy="164592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92140" y="4617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92140" y="4846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Accent: purple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64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4864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Deck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need. Done for you.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928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258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hosted site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514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domain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57984" y="1691640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95144" y="1828800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189280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95144" y="2258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295144" y="2514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 on any phone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858768" y="1691640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995928" y="1828800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18928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95928" y="2258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photo &amp; pricing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995928" y="2514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you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559552" y="1691640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96712" y="1828800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89280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96712" y="2258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bar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696712" y="2514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Athletes, years, results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260336" y="1691640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97496" y="1828800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89280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97496" y="225856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397496" y="251460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 from the field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2953512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94360" y="3090672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15468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94360" y="35204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gallery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94360" y="3776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work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2157984" y="2953512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295144" y="3090672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9152" y="3154680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295144" y="35204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 booking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2295144" y="3776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session booking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3858768" y="2953512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3995928" y="3090672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9936" y="3154680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995928" y="35204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3995928" y="3776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Inquiries to your inbox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5559552" y="2953512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5696712" y="3090672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3154680"/>
            <a:ext cx="237744" cy="23774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696712" y="35204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section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5696712" y="3776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it once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7260336" y="2953512"/>
            <a:ext cx="1627632" cy="11887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7397496" y="3090672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1504" y="3154680"/>
            <a:ext cx="237744" cy="237744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397496" y="352044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</a:t>
            </a:r>
            <a:endParaRPr lang="en-US" sz="1100" dirty="0"/>
          </a:p>
        </p:txBody>
      </p:sp>
      <p:sp>
        <p:nvSpPr>
          <p:cNvPr id="54" name="Text 42"/>
          <p:cNvSpPr/>
          <p:nvPr/>
        </p:nvSpPr>
        <p:spPr>
          <a:xfrm>
            <a:off x="7397496" y="377647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included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" y="4370832"/>
            <a:ext cx="228600" cy="22860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91440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 a free Calendly account — takes 5 minutes. We plug it in.</a:t>
            </a:r>
            <a:endParaRPr lang="en-US" sz="1100" dirty="0"/>
          </a:p>
        </p:txBody>
      </p:sp>
      <p:sp>
        <p:nvSpPr>
          <p:cNvPr id="58" name="Shape 45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457200" y="4864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60" name="Text 47"/>
          <p:cNvSpPr/>
          <p:nvPr/>
        </p:nvSpPr>
        <p:spPr>
          <a:xfrm>
            <a:off x="7132320" y="4864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Deck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Steps to Live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06040" cy="237744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2606040" cy="73152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2402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today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sent, payment processed.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384048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099816" y="2990088"/>
            <a:ext cx="237744" cy="237744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035808"/>
            <a:ext cx="146304" cy="14630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68980" y="1920240"/>
            <a:ext cx="2606040" cy="237744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68980" y="1920240"/>
            <a:ext cx="2606040" cy="73152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9758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22402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9758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form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497580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photos, services, pricing, colors.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497580" y="384048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49758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911596" y="2990088"/>
            <a:ext cx="237744" cy="237744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3035808"/>
            <a:ext cx="146304" cy="14630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080760" y="1920240"/>
            <a:ext cx="2606040" cy="237744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80760" y="1920240"/>
            <a:ext cx="2606040" cy="73152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30936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224028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30936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goes live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6309360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Hosted, mobile-ready, on your own domain.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309360" y="384048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630936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DAYS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57200" y="4864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7132320" y="4864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Deck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Simple. Transparent. No contracts.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657600" cy="3200400"/>
          </a:xfrm>
          <a:prstGeom prst="rect">
            <a:avLst/>
          </a:prstGeom>
          <a:solidFill>
            <a:srgbClr val="11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$75</a:t>
            </a:r>
            <a:pPr indent="0" marL="0">
              <a:buNone/>
            </a:pPr>
            <a:r>
              <a:rPr lang="en-US" sz="16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one-time setup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310896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8328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hosted site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Contact &amp; booking form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updates per month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Priority 48hr turnaround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Monthly content refresh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SEO basics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657600" cy="3200400"/>
          </a:xfrm>
          <a:prstGeom prst="rect">
            <a:avLst/>
          </a:prstGeom>
          <a:solidFill>
            <a:srgbClr val="162236"/>
          </a:solidFill>
          <a:ln w="25400">
            <a:solidFill>
              <a:srgbClr val="F5B8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600200"/>
            <a:ext cx="1188720" cy="2743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</a:t>
            </a:r>
            <a:pPr indent="0" marL="0">
              <a:buNone/>
            </a:pPr>
            <a:r>
              <a:rPr lang="en-US" sz="16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one-time setup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246120"/>
            <a:ext cx="310896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38328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hosted site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Contact &amp; booking form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updates per month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48hr turnaround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content refresh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basics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buy your own domain (~$15/yr on Namecheap or GoDaddy). I connect it — included.  ·  No contract. Cancel anytime.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might be thinking...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4173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14173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470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won't be updating photos every month."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286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aren't just photos — new testimonials, seasonal promos, availability changes, price updates. When something changes, text me and it's done.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45152" y="1645920"/>
            <a:ext cx="4023360" cy="14173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5152" y="1645920"/>
            <a:ext cx="54864" cy="14173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470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9512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I need a logo?"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2286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required. If you have one, great. If not, I can create a simple one for a one-time add-on fee.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227832"/>
            <a:ext cx="4023360" cy="14173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227832"/>
            <a:ext cx="54864" cy="14173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290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364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writes the content?"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8368" y="38679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me the raw info (bio, services, results). I write and format everything. Part of the setup fee.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45152" y="3227832"/>
            <a:ext cx="4023360" cy="1417320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45152" y="3227832"/>
            <a:ext cx="54864" cy="14173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290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9512" y="3364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I want to cancel?"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46320" y="386791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contract. Just give 30 days notice. Your domain and content are always yours.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864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132320" y="4864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Deck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work with First Coast Spotlight.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937760" cy="56692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92224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5623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Done-for-you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984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info. I build it.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304288"/>
            <a:ext cx="4937760" cy="56692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6888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3500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days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25968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weeks. Not months.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916936"/>
            <a:ext cx="4937760" cy="56692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0815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962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32095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systems or call centers.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529584"/>
            <a:ext cx="4937760" cy="56692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69417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575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contracts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05840" y="3822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with 30 days notice.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4142232"/>
            <a:ext cx="4937760" cy="566928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30682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41879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your domain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05840" y="4434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line of your content.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577840" y="1691640"/>
            <a:ext cx="3108960" cy="2926080"/>
          </a:xfrm>
          <a:prstGeom prst="rect">
            <a:avLst/>
          </a:prstGeom>
          <a:solidFill>
            <a:srgbClr val="162236"/>
          </a:solidFill>
          <a:ln w="25400">
            <a:solidFill>
              <a:srgbClr val="F5B83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8288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76072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page builder.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576072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3-month agency wait.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5760720" y="3337560"/>
            <a:ext cx="365760" cy="36576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760720" y="3474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what's needed.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1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handle the rest.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57200" y="4864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7132320" y="4864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Deck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COAST SPOTLIGHT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11B2E"/>
          </a:solidFill>
          <a:ln w="12700">
            <a:solidFill>
              <a:srgbClr val="11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73152" cy="514350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9144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3017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432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5B8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FORWARD?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14800" y="640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0" y="960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Here's exactly what happens next.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114800" y="1691640"/>
            <a:ext cx="466344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0" y="1691640"/>
            <a:ext cx="713232" cy="713232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16916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983480" y="16916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send you the invoice — today.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114800" y="2478024"/>
            <a:ext cx="466344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0" y="2478024"/>
            <a:ext cx="713232" cy="713232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0" y="24780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4983480" y="24780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complete the onboarding form. (15 min)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3264408"/>
            <a:ext cx="4663440" cy="713232"/>
          </a:xfrm>
          <a:prstGeom prst="rect">
            <a:avLst/>
          </a:prstGeom>
          <a:solidFill>
            <a:srgbClr val="1622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0" y="3264408"/>
            <a:ext cx="713232" cy="713232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32644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4983480" y="326440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is live within 5–7 business days.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114800" y="4160520"/>
            <a:ext cx="4663440" cy="502920"/>
          </a:xfrm>
          <a:prstGeom prst="rect">
            <a:avLst/>
          </a:prstGeom>
          <a:solidFill>
            <a:srgbClr val="111B2E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4297680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572000" y="4160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gerson.s.berena@gmail.com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274320" y="4864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114800" y="4800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C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 them through right now.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Coast Spotlight — Discovery Call Deck</dc:title>
  <dc:subject>PptxGenJS Presentation</dc:subject>
  <dc:creator>First Coast Spotlight</dc:creator>
  <cp:lastModifiedBy>First Coast Spotlight</cp:lastModifiedBy>
  <cp:revision>1</cp:revision>
  <dcterms:created xsi:type="dcterms:W3CDTF">2026-05-13T22:37:45Z</dcterms:created>
  <dcterms:modified xsi:type="dcterms:W3CDTF">2026-05-13T22:37:45Z</dcterms:modified>
</cp:coreProperties>
</file>